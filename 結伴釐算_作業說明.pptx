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3BE"/>
    <a:srgbClr val="ACA29A"/>
    <a:srgbClr val="8C7E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09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818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5C5248"/>
          </a:solidFill>
          <a:ln w="12700">
            <a:solidFill>
              <a:srgbClr val="5C52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92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822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EB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結伴釐算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12527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C9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Coding 員工回家作業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" y="14950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8E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17｜帳單分攤計算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2194560" cy="27432"/>
          </a:xfrm>
          <a:prstGeom prst="rect">
            <a:avLst/>
          </a:prstGeom>
          <a:solidFill>
            <a:srgbClr val="8C7E72"/>
          </a:solidFill>
          <a:ln w="12700">
            <a:solidFill>
              <a:srgbClr val="8C7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C9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212848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0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Next.js 16 (App Router) + 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473452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0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shadcn/ui + Tailwind CSS v4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734056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0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Prisma 7 (Migrate) + PostgreSQL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994660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0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PostgreSQL 托管於 Zeabur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255264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0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Server-Sent Events (SSE)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515868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0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Vercel 部署 + PWA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38912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9B8EA0"/>
          </a:solidFill>
          <a:ln w="12700">
            <a:solidFill>
              <a:srgbClr val="9B8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3891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 asgn-split.vercel.app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178683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題目要求功能（全部達成）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20440" y="480435"/>
            <a:ext cx="2606040" cy="27432"/>
          </a:xfrm>
          <a:prstGeom prst="rect">
            <a:avLst/>
          </a:prstGeom>
          <a:solidFill>
            <a:srgbClr val="9B8EA0"/>
          </a:solidFill>
          <a:ln w="12700">
            <a:solidFill>
              <a:srgbClr val="9B8E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617595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🗓  建立活動（名稱、啟程日、賦歸日）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0440" y="946779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👥  成員管理（emoji 頭像、防重複）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20440" y="1275963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💳  費用記錄（平均 / 自訂比例分攤）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20440" y="1605147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🧮  自動計算每人應收 / 應付金額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440" y="1934331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💸  最少轉帳次數結算建議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2263515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 結算結果一鍵複製文字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20440" y="2636770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E8F0EB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63677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5 項驗收要求全數通過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20440" y="295681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PostgreSQL 資料持久化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20440" y="317626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shadcn/ui 元件 6 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20440" y="339572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完整 CRUD 流程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20440" y="361517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活動搜尋篩選功能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20440" y="383463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Prisma Migrate 管理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178683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  超出題目的加分功能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480435"/>
            <a:ext cx="2651760" cy="27432"/>
          </a:xfrm>
          <a:prstGeom prst="rect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617595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🟢  SSE 即時多裝置同步（綠點指示）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9360" y="910203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 管理員密碼登入 / 權限控制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1202811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🔐  帳目兩訖 / 唯讀封存狀態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1495419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 還款紀錄（Line Pay / 轉帳 / 現金）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1788027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📱  PWA + 手機版 RWD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09360" y="2080635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 金額計算機輸入（120+80）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2373243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2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🎨  4 種主題切換（莫蘭迪/粉/藍/綠）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14290" y="2745599"/>
            <a:ext cx="237744" cy="237744"/>
          </a:xfrm>
          <a:prstGeom prst="ellipse">
            <a:avLst/>
          </a:prstGeom>
          <a:solidFill>
            <a:srgbClr val="9B8EA0"/>
          </a:solidFill>
          <a:ln w="12700">
            <a:solidFill>
              <a:srgbClr val="9B8E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1138" y="2992487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E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莫蘭迪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072658" y="2745599"/>
            <a:ext cx="237744" cy="237744"/>
          </a:xfrm>
          <a:prstGeom prst="ellipse">
            <a:avLst/>
          </a:prstGeom>
          <a:solidFill>
            <a:srgbClr val="E08098"/>
          </a:solidFill>
          <a:ln w="12700">
            <a:solidFill>
              <a:srgbClr val="E0809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9506" y="2992487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E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粉櫻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731026" y="2745599"/>
            <a:ext cx="237744" cy="237744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57874" y="2992487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E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海藍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389394" y="2745599"/>
            <a:ext cx="237744" cy="237744"/>
          </a:xfrm>
          <a:prstGeom prst="ellipse">
            <a:avLst/>
          </a:prstGeom>
          <a:solidFill>
            <a:srgbClr val="7AAA82"/>
          </a:solidFill>
          <a:ln w="12700">
            <a:solidFill>
              <a:srgbClr val="7AA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16242" y="2992487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E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抹茶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520440" y="4077623"/>
            <a:ext cx="1298448" cy="896112"/>
          </a:xfrm>
          <a:prstGeom prst="rect">
            <a:avLst/>
          </a:prstGeom>
          <a:solidFill>
            <a:srgbClr val="E8E0D5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4162467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3520440" y="4569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7E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資料表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46904" y="4077623"/>
            <a:ext cx="1298448" cy="896112"/>
          </a:xfrm>
          <a:prstGeom prst="rect">
            <a:avLst/>
          </a:prstGeom>
          <a:solidFill>
            <a:srgbClr val="E8E0D5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46904" y="4162467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4946904" y="4569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7E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路由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73368" y="4077623"/>
            <a:ext cx="1298448" cy="896112"/>
          </a:xfrm>
          <a:prstGeom prst="rect">
            <a:avLst/>
          </a:prstGeom>
          <a:solidFill>
            <a:srgbClr val="E8E0D5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4162467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6種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6373368" y="4569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7E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shadcn 元件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799832" y="4077623"/>
            <a:ext cx="1298448" cy="896112"/>
          </a:xfrm>
          <a:prstGeom prst="rect">
            <a:avLst/>
          </a:prstGeom>
          <a:solidFill>
            <a:srgbClr val="E8E0D5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99832" y="4162467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4,500+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7799832" y="4569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7E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程式碼行數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74319" y="4882896"/>
            <a:ext cx="27432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C3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諾億保險 · 嘉義分行 · </a:t>
            </a:r>
            <a:r>
              <a:rPr lang="zh-TW" altLang="en-US" sz="750" i="1" dirty="0">
                <a:solidFill>
                  <a:srgbClr val="CAC3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瓔</a:t>
            </a:r>
            <a:endParaRPr lang="en-US" sz="750" dirty="0">
              <a:solidFill>
                <a:srgbClr val="CAC3B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如螢幕大小 (16:9)</PresentationFormat>
  <Paragraphs>47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Microsoft JhengHei</vt:lpstr>
      <vt:lpstr>Arial</vt:lpstr>
      <vt:lpstr>Office Theme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嘉義分行🍀 🍀</cp:lastModifiedBy>
  <cp:revision>2</cp:revision>
  <dcterms:created xsi:type="dcterms:W3CDTF">2026-05-12T01:31:53Z</dcterms:created>
  <dcterms:modified xsi:type="dcterms:W3CDTF">2026-05-12T01:54:36Z</dcterms:modified>
</cp:coreProperties>
</file>